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8" r:id="rId2"/>
    <p:sldId id="274" r:id="rId3"/>
    <p:sldId id="336" r:id="rId4"/>
    <p:sldId id="334" r:id="rId5"/>
    <p:sldId id="335" r:id="rId6"/>
    <p:sldId id="337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84" autoAdjust="0"/>
  </p:normalViewPr>
  <p:slideViewPr>
    <p:cSldViewPr>
      <p:cViewPr varScale="1">
        <p:scale>
          <a:sx n="111" d="100"/>
          <a:sy n="111" d="100"/>
        </p:scale>
        <p:origin x="460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4A7FE-F357-45BA-B656-29725B511DD6}" type="datetimeFigureOut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E695B-A28C-405A-9871-088FF68FA32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A2F16-3614-4EB4-BB78-694B126EE33F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75F3E-D194-4352-BEF8-6F75B2EFF23B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561C-7AF8-4E78-8DB6-0195C6984578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CEC0-9083-4E34-B67B-1EBE5D749192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722F-3510-4782-B7EC-4A8F4A1F97F6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C32B-5DB2-4128-82A0-BC941DA26AF2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8BD4-0C53-47B4-916C-839535788131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3D7D-715B-4BA7-AFC9-FF4B9378FF6D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F886-1669-48D9-AC36-F403A124DAEF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AF11-980E-48AB-A5C1-FB9636DB3B9B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562CF-9FAE-47DE-8E28-A7DB449233DA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E86C69E-E342-4D3F-821F-FAD619D24BC6}" type="datetime1">
              <a:rPr lang="zh-TW" altLang="en-US" smtClean="0"/>
              <a:pPr/>
              <a:t>2025/11/18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B97C1CA-D0E0-4DEE-BBFB-E84CF6EE059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Skyline Query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Skyline query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Finding points not dominated by any other object, in terms of </a:t>
            </a:r>
            <a:r>
              <a:rPr lang="en-US" altLang="zh-TW" i="1" dirty="0"/>
              <a:t>m</a:t>
            </a:r>
            <a:r>
              <a:rPr lang="en-US" altLang="zh-TW" dirty="0"/>
              <a:t> dimensions</a:t>
            </a:r>
          </a:p>
          <a:p>
            <a:pPr lvl="1"/>
            <a:r>
              <a:rPr lang="en-US" altLang="zh-TW" i="1" dirty="0"/>
              <a:t>p</a:t>
            </a:r>
            <a:r>
              <a:rPr lang="en-US" altLang="zh-TW" dirty="0"/>
              <a:t> dominates </a:t>
            </a:r>
            <a:r>
              <a:rPr lang="en-US" altLang="zh-TW" i="1" dirty="0"/>
              <a:t>p</a:t>
            </a:r>
            <a:r>
              <a:rPr lang="en-US" altLang="zh-TW" dirty="0"/>
              <a:t>’ if its value in each dimension is as good or better than that of </a:t>
            </a:r>
            <a:r>
              <a:rPr lang="en-US" altLang="zh-TW" i="1" dirty="0"/>
              <a:t>p</a:t>
            </a:r>
            <a:r>
              <a:rPr lang="en-US" altLang="zh-TW" dirty="0"/>
              <a:t>’ and is better in at least one dimension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212976"/>
            <a:ext cx="5616624" cy="294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7164288" y="436510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>
                <a:solidFill>
                  <a:srgbClr val="C00000"/>
                </a:solidFill>
              </a:rPr>
              <a:t>p</a:t>
            </a:r>
            <a:r>
              <a:rPr lang="en-US" altLang="zh-TW" baseline="-25000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C00000"/>
                </a:solidFill>
              </a:rPr>
              <a:t> dominates </a:t>
            </a:r>
            <a:r>
              <a:rPr lang="en-US" altLang="zh-TW" i="1" dirty="0">
                <a:solidFill>
                  <a:srgbClr val="C00000"/>
                </a:solidFill>
              </a:rPr>
              <a:t>p</a:t>
            </a:r>
            <a:r>
              <a:rPr lang="en-US" altLang="zh-TW" baseline="-25000" dirty="0">
                <a:solidFill>
                  <a:srgbClr val="C00000"/>
                </a:solidFill>
              </a:rPr>
              <a:t>3</a:t>
            </a:r>
            <a:endParaRPr lang="zh-TW" altLang="en-US" baseline="-25000" dirty="0">
              <a:solidFill>
                <a:srgbClr val="C00000"/>
              </a:solidFill>
            </a:endParaRPr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310774" y="4402744"/>
            <a:ext cx="136815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310774" y="4941168"/>
            <a:ext cx="136815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92610-2DA4-4753-BF68-3BE228DF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上台 </a:t>
            </a:r>
            <a:r>
              <a:rPr lang="en-US" altLang="zh-TW" dirty="0"/>
              <a:t>Demo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DEAA850-4469-4396-A7F2-45568461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B73CD-DABF-4632-842C-18B71E9C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0CD304-A2C5-48F1-96D7-D4CB73846C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一組 </a:t>
            </a:r>
            <a:r>
              <a:rPr lang="en-US" altLang="zh-TW" dirty="0"/>
              <a:t>1~4</a:t>
            </a:r>
            <a:r>
              <a:rPr lang="zh-TW" altLang="en-US" dirty="0"/>
              <a:t>人</a:t>
            </a:r>
            <a:endParaRPr lang="en-US" altLang="zh-TW" dirty="0"/>
          </a:p>
          <a:p>
            <a:r>
              <a:rPr lang="en-US" altLang="zh-TW" dirty="0"/>
              <a:t>Input data</a:t>
            </a:r>
            <a:r>
              <a:rPr lang="zh-TW" altLang="en-US" dirty="0"/>
              <a:t>，當天給定</a:t>
            </a:r>
            <a:endParaRPr lang="en-US" altLang="zh-TW" dirty="0"/>
          </a:p>
          <a:p>
            <a:r>
              <a:rPr lang="zh-TW" altLang="en-US" dirty="0"/>
              <a:t>建構</a:t>
            </a:r>
            <a:r>
              <a:rPr lang="en-US" altLang="zh-TW" dirty="0"/>
              <a:t>3D R-tree (optional)</a:t>
            </a:r>
          </a:p>
          <a:p>
            <a:r>
              <a:rPr lang="zh-TW" altLang="en-US" dirty="0"/>
              <a:t>執行 </a:t>
            </a:r>
            <a:r>
              <a:rPr lang="en-US" altLang="zh-TW" dirty="0"/>
              <a:t>skyline</a:t>
            </a:r>
            <a:r>
              <a:rPr lang="zh-TW" altLang="en-US" dirty="0"/>
              <a:t> </a:t>
            </a:r>
            <a:r>
              <a:rPr lang="en-US" altLang="zh-TW" dirty="0"/>
              <a:t>query </a:t>
            </a:r>
            <a:r>
              <a:rPr lang="zh-TW" altLang="en-US" dirty="0"/>
              <a:t>找出 </a:t>
            </a:r>
            <a:r>
              <a:rPr lang="en-US" altLang="zh-TW" dirty="0"/>
              <a:t>skyline points</a:t>
            </a:r>
          </a:p>
          <a:p>
            <a:pPr lvl="1"/>
            <a:r>
              <a:rPr lang="en-US" altLang="zh-TW" dirty="0"/>
              <a:t>using 3D R-tree </a:t>
            </a:r>
          </a:p>
          <a:p>
            <a:pPr lvl="1"/>
            <a:r>
              <a:rPr lang="en-US" altLang="zh-TW" dirty="0"/>
              <a:t>brute-force method</a:t>
            </a:r>
          </a:p>
          <a:p>
            <a:r>
              <a:rPr lang="zh-TW" altLang="en-US" dirty="0"/>
              <a:t>繳交紙本</a:t>
            </a:r>
          </a:p>
        </p:txBody>
      </p:sp>
    </p:spTree>
    <p:extLst>
      <p:ext uri="{BB962C8B-B14F-4D97-AF65-F5344CB8AC3E}">
        <p14:creationId xmlns:p14="http://schemas.microsoft.com/office/powerpoint/2010/main" val="106529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CDA1A-0D4E-402E-9CBF-5BB4287C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輸入資料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B917F1F-5215-4D83-99B8-7CAACBAF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F9CED9-6AFB-4425-82ED-E51B06FE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E5741D3-C280-482F-94AC-7215F259CD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Input: point.txt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4F3D8E-246A-41AD-8794-3483709F9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04" y="2132856"/>
            <a:ext cx="2991267" cy="369621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2BDD026-7875-4BC0-84BE-49724F74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853516"/>
            <a:ext cx="3469936" cy="355668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21ED8E5-A5DF-4250-862C-E2A92F41E213}"/>
              </a:ext>
            </a:extLst>
          </p:cNvPr>
          <p:cNvSpPr txBox="1"/>
          <p:nvPr/>
        </p:nvSpPr>
        <p:spPr>
          <a:xfrm>
            <a:off x="4133803" y="1525922"/>
            <a:ext cx="148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值介於</a:t>
            </a:r>
            <a:r>
              <a:rPr lang="en-US" altLang="zh-TW" dirty="0">
                <a:solidFill>
                  <a:srgbClr val="FF0000"/>
                </a:solidFill>
              </a:rPr>
              <a:t>1~100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A211F5D-17F0-47EA-A0D5-383558E71B8D}"/>
              </a:ext>
            </a:extLst>
          </p:cNvPr>
          <p:cNvCxnSpPr>
            <a:cxnSpLocks/>
          </p:cNvCxnSpPr>
          <p:nvPr/>
        </p:nvCxnSpPr>
        <p:spPr>
          <a:xfrm flipH="1">
            <a:off x="3779912" y="1895254"/>
            <a:ext cx="353891" cy="381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50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D018B-5A7A-4EE4-BD7B-CF623150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建構 </a:t>
            </a:r>
            <a:r>
              <a:rPr lang="en-US" altLang="zh-TW" dirty="0"/>
              <a:t>3D</a:t>
            </a:r>
            <a:r>
              <a:rPr lang="zh-TW" altLang="en-US" dirty="0"/>
              <a:t> </a:t>
            </a:r>
            <a:r>
              <a:rPr lang="en-US" altLang="zh-TW" dirty="0"/>
              <a:t>R-tree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8EC301F-DF3B-47F7-A0AE-43A525BD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BDE018-268A-4C12-96A5-5E516F55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8091B0C-C6B8-47FF-A41F-3D5A40FD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238" y="1544063"/>
            <a:ext cx="4466090" cy="472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8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2EC92D-3688-4DBD-B7F7-F33ACD7E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執行 </a:t>
            </a:r>
            <a:r>
              <a:rPr lang="en-US" altLang="zh-TW" dirty="0"/>
              <a:t>skyline query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6C5037D-DBA7-4544-860C-C35142D3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Yuan-Ko Huang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E8B558-D6EA-4471-8F6B-CE74CBFA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7C1CA-D0E0-4DEE-BBFB-E84CF6EE0597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A04C2F-5A4D-45F5-94A9-E13A43F86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1430778"/>
            <a:ext cx="5040560" cy="5166574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E57B7A30-477A-4A92-9EC2-DB5AC0513F03}"/>
              </a:ext>
            </a:extLst>
          </p:cNvPr>
          <p:cNvSpPr/>
          <p:nvPr/>
        </p:nvSpPr>
        <p:spPr>
          <a:xfrm>
            <a:off x="5725402" y="5481228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222A83F-FE22-4E16-97BD-362A5EE30199}"/>
              </a:ext>
            </a:extLst>
          </p:cNvPr>
          <p:cNvSpPr/>
          <p:nvPr/>
        </p:nvSpPr>
        <p:spPr>
          <a:xfrm>
            <a:off x="6948941" y="5121228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42E5C60-B459-4B3F-9E5B-5D9DD1AD4136}"/>
              </a:ext>
            </a:extLst>
          </p:cNvPr>
          <p:cNvSpPr/>
          <p:nvPr/>
        </p:nvSpPr>
        <p:spPr>
          <a:xfrm>
            <a:off x="6549982" y="4977172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F5784BA-10EF-4BFA-9CB0-35D3A5344629}"/>
              </a:ext>
            </a:extLst>
          </p:cNvPr>
          <p:cNvSpPr/>
          <p:nvPr/>
        </p:nvSpPr>
        <p:spPr>
          <a:xfrm>
            <a:off x="6114622" y="3834065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8085F88-31BA-4174-A963-597AC745F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21" y="1677000"/>
            <a:ext cx="2991267" cy="369621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110CE26-966D-4093-A730-C1A69CD30D9B}"/>
              </a:ext>
            </a:extLst>
          </p:cNvPr>
          <p:cNvSpPr/>
          <p:nvPr/>
        </p:nvSpPr>
        <p:spPr>
          <a:xfrm>
            <a:off x="572621" y="2276872"/>
            <a:ext cx="299126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65C0EA-522F-4962-8489-FD9F6CEAA6D0}"/>
              </a:ext>
            </a:extLst>
          </p:cNvPr>
          <p:cNvSpPr/>
          <p:nvPr/>
        </p:nvSpPr>
        <p:spPr>
          <a:xfrm>
            <a:off x="572621" y="2820380"/>
            <a:ext cx="299126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638A4A-BEEB-47C2-AAC0-8A817B1C065C}"/>
              </a:ext>
            </a:extLst>
          </p:cNvPr>
          <p:cNvSpPr/>
          <p:nvPr/>
        </p:nvSpPr>
        <p:spPr>
          <a:xfrm>
            <a:off x="582536" y="3572871"/>
            <a:ext cx="299126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73F737-1E45-4BD7-8A76-A6B8BF308D05}"/>
              </a:ext>
            </a:extLst>
          </p:cNvPr>
          <p:cNvSpPr/>
          <p:nvPr/>
        </p:nvSpPr>
        <p:spPr>
          <a:xfrm>
            <a:off x="560958" y="4949302"/>
            <a:ext cx="299126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650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23633</TotalTime>
  <Words>117</Words>
  <Application>Microsoft Office PowerPoint</Application>
  <PresentationFormat>如螢幕大小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Calibri</vt:lpstr>
      <vt:lpstr>Franklin Gothic Book</vt:lpstr>
      <vt:lpstr>Perpetua</vt:lpstr>
      <vt:lpstr>Wingdings 2</vt:lpstr>
      <vt:lpstr>公正</vt:lpstr>
      <vt:lpstr>Skyline Query</vt:lpstr>
      <vt:lpstr>Skyline query</vt:lpstr>
      <vt:lpstr>上台 Demo</vt:lpstr>
      <vt:lpstr>輸入資料</vt:lpstr>
      <vt:lpstr>建構 3D R-tree</vt:lpstr>
      <vt:lpstr>執行 skyline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巨量時空資料庫之管理與查詢</dc:title>
  <dc:creator>USER</dc:creator>
  <cp:lastModifiedBy>User</cp:lastModifiedBy>
  <cp:revision>695</cp:revision>
  <dcterms:created xsi:type="dcterms:W3CDTF">2015-11-19T05:10:42Z</dcterms:created>
  <dcterms:modified xsi:type="dcterms:W3CDTF">2025-11-18T00:43:28Z</dcterms:modified>
</cp:coreProperties>
</file>